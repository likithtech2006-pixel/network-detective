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9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7509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914400"/>
            <a:ext cx="1280160" cy="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155680" y="640080"/>
            <a:ext cx="365760" cy="118872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521440" y="1828800"/>
            <a:ext cx="0" cy="27432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424160" y="2103120"/>
            <a:ext cx="0" cy="27432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418320" y="2377440"/>
            <a:ext cx="457200" cy="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875520" y="914400"/>
            <a:ext cx="1645920" cy="91440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829800" y="86868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09960" y="59436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475720" y="178308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378440" y="205740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372600" y="233172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3152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 PROJECT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3317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Detective &amp; Self-Healing Network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520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Network Monitoring and Recovery System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1520" y="448056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14400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Sai Likith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937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24BCI0174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448056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480560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Naveen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4937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24BCE0512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63840" y="448056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8046720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Nayan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4937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24BCE0538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4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21488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4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14884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85800" y="29260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4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92608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85800" y="37033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4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033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85800" y="44805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4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4805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85800" y="52578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4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52578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26480" y="1371600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263640" y="13716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4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13716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26480" y="2148840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263640" y="21488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4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214884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/ Innovation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26480" y="2926080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263640" y="29260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4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292608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126480" y="3703320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263640" y="37033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4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37033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126480" y="4480560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263640" y="44805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4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0" y="44805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/ Workflow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126480" y="5257800"/>
            <a:ext cx="5303520" cy="59436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6263640" y="52578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4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0" y="52578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Team Responsibilities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Detective &amp; Self-Healing Network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663440" y="5029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28016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today are expected to stay online continuously. Passive monitoring tools tell administrators that something has gone wrong — but resolving it is still a manual, time-consuming task.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246888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system that goes further: it watches the network, detects faults, and heals itself — automatically rerouting traffic and verifying recovery, without waiting for a human to step in.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737360" y="237744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737360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2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252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383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→ Heal → Verify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Detective &amp; Self-Healing Network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monitoring detects issues, but action still depends on a human.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17320" y="21488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417320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252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546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/ Device Failure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9776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segments of the network get cut off.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06240" y="21488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206240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252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1546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Congestion &amp; Packet Loss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9776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performance degrades sharply.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95160" y="21488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995160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252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1546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Latency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9776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Time-sensitive services are delayed.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1540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784080" y="21488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784080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252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31546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Unreachable Nodes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397764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silently drop out of communication.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Detective &amp; Self-Healing Network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2763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60120" y="141732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cost is rarely proportional to the fault — a small broken link can stall an entire path.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7919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60120" y="24688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response (notice → log in → diagnose → reroute) is far slower than the failure itself.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73075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60120" y="352044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networks scale, the manual model becomes unsustainable.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78231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60120" y="45720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way to apply core Computer Networks concepts — routing, path-finding, fault tolerance — to a working prototype.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Detective &amp; Self-Healing Network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6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37160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monitor devices and links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3337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6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97180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faults, latency and packet loss in real time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7240" y="4937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7724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6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57200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exact failed component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5508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35508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6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137160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an alternate path automatically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26480" y="297180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55080" y="3337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35508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6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97180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 traffic without human input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126480" y="457200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55080" y="4937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35508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96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457200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that connectivity is truly restored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Detective &amp; Self-Healing Network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commonly rely on SNMP-based dashboards and network management tools such as Nagios, Zabbix, and PRTG. These systems periodically poll devices, compare metrics against thresholds, and raise alerts through email, SMS, or a dashboard — leaving diagnosis and recovery to a human engineer.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406640" y="192024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F4F6FB"/>
          </a:solidFill>
          <a:ln w="12700">
            <a:solidFill>
              <a:srgbClr val="3B4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406640" y="19202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281160" y="2606040"/>
            <a:ext cx="0" cy="320040"/>
          </a:xfrm>
          <a:prstGeom prst="line">
            <a:avLst/>
          </a:prstGeom>
          <a:noFill/>
          <a:ln w="25400">
            <a:solidFill>
              <a:srgbClr val="3B4E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06640" y="292608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F4F6FB"/>
          </a:solidFill>
          <a:ln w="12700">
            <a:solidFill>
              <a:srgbClr val="3B4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406640" y="29260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(SNMP)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281160" y="3611880"/>
            <a:ext cx="0" cy="320040"/>
          </a:xfrm>
          <a:prstGeom prst="line">
            <a:avLst/>
          </a:prstGeom>
          <a:noFill/>
          <a:ln w="25400">
            <a:solidFill>
              <a:srgbClr val="3B4E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406640" y="393192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F4F6FB"/>
          </a:solidFill>
          <a:ln w="12700">
            <a:solidFill>
              <a:srgbClr val="3B4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406640" y="39319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281160" y="4617720"/>
            <a:ext cx="0" cy="320040"/>
          </a:xfrm>
          <a:prstGeom prst="line">
            <a:avLst/>
          </a:prstGeom>
          <a:noFill/>
          <a:ln w="25400">
            <a:solidFill>
              <a:srgbClr val="3B4E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06640" y="4937760"/>
            <a:ext cx="3749040" cy="685800"/>
          </a:xfrm>
          <a:prstGeom prst="roundRect">
            <a:avLst>
              <a:gd name="adj" fmla="val 10667"/>
            </a:avLst>
          </a:prstGeom>
          <a:solidFill>
            <a:srgbClr val="E8ECF7"/>
          </a:solidFill>
          <a:ln w="12700">
            <a:solidFill>
              <a:srgbClr val="3B4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406640" y="49377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Fix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Detective &amp; Self-Healing Network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Existing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BF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8580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7160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passive — alerts raised, no automatic action taken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BF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97180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time depends on human availability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BF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85800" y="4709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57200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slow root-cause diagnosis in large topologies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BF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2636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37160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alternate-path computation or rerouting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26480" y="297180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BF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26364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97180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verification that a fix actually worked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26480" y="457200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BF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263640" y="4709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457200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accumulates while waiting for a response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Detective &amp; Self-Healing Network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cooperating components close the loop between detection and recovery.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3749040"/>
          </a:xfrm>
          <a:prstGeom prst="roundRect">
            <a:avLst>
              <a:gd name="adj" fmla="val 2439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24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194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Detective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17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Device monitoring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520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Performance metrics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023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Fault identification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55080" y="1828800"/>
            <a:ext cx="5212080" cy="3749040"/>
          </a:xfrm>
          <a:prstGeom prst="roundRect">
            <a:avLst>
              <a:gd name="adj" fmla="val 243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675120" y="214884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67512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4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224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2194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Module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017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Alternate routing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520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Connection restore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4023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Verification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Concept:  Monitor → Detect → Analyze → Recover → Verify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Detective &amp; Self-Healing Network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/ Innovation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09728"/>
          </a:xfrm>
          <a:prstGeom prst="roundRect">
            <a:avLst/>
          </a:prstGeom>
          <a:solidFill>
            <a:srgbClr val="3B4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and repairs automatically — not just alerts.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155448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606040" cy="109728"/>
          </a:xfrm>
          <a:prstGeom prst="roundRect">
            <a:avLst/>
          </a:prstGeom>
          <a:solidFill>
            <a:srgbClr val="3B4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520440" y="19202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Verification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74320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Re-checks connectivity before marking an incident resolved.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606040" cy="109728"/>
          </a:xfrm>
          <a:prstGeom prst="roundRect">
            <a:avLst/>
          </a:prstGeom>
          <a:solidFill>
            <a:srgbClr val="3B4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309360" y="19202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Cycle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74320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is part of a continuous loop, ready for repeated faults.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15400" y="1554480"/>
            <a:ext cx="2606040" cy="374904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915400" y="1554480"/>
            <a:ext cx="2606040" cy="109728"/>
          </a:xfrm>
          <a:prstGeom prst="roundRect">
            <a:avLst/>
          </a:prstGeom>
          <a:solidFill>
            <a:srgbClr val="3B4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098280" y="19202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Design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098280" y="274320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TCP/IP and ICMP primitives — portable, no heavy vendor infrastructure.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Detective &amp; Self-Healing Network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43891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Addressed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SNMP-based monitoring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Threshold-based polling &amp; alerts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automated diagnosis + recovery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NMS (Nagios, Zabbix)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Dashboards, notifications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closed-loop self-healing 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SDN self-healing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Controller-driven rerouting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Lightweight, host-level equivalent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Autonomic computing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Self-configuring / self-healing systems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to network path recovery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routing (Dijkstra, OSPF)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 / alternate path computation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Reused for automatic rerouting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Detective &amp; Self-Healing Network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77240" y="14813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 for monitoring, diagnosis, path-finding, recovery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530352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32186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033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transport &amp; addressing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846320"/>
            <a:ext cx="530352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49560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/ Ping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4406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Reachability, latency, packet-loss checks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530352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355080" y="14813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/ Switches / Servers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19659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monitored network layer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26480" y="3108960"/>
            <a:ext cx="530352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355080" y="32186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7033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collaboration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26480" y="4846320"/>
            <a:ext cx="530352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355080" y="49560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Draw.io / PowerPoint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54406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workflow diagrams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Detective &amp; Self-Healing Network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/ Workflow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six-stage loop from monitoring to verified recovery.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20140" y="1691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12014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6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231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834640"/>
            <a:ext cx="15636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nodes and links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31720" y="2606040"/>
            <a:ext cx="137160" cy="0"/>
          </a:xfrm>
          <a:prstGeom prst="line">
            <a:avLst/>
          </a:prstGeom>
          <a:noFill/>
          <a:ln w="25400">
            <a:solidFill>
              <a:srgbClr val="3B4E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68880" y="146304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E8EC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40380" y="1691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04038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6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24231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578608" y="2834640"/>
            <a:ext cx="15636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failure, latency, loss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51960" y="2606040"/>
            <a:ext cx="137160" cy="0"/>
          </a:xfrm>
          <a:prstGeom prst="line">
            <a:avLst/>
          </a:prstGeom>
          <a:noFill/>
          <a:ln w="25400">
            <a:solidFill>
              <a:srgbClr val="3B4E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89120" y="146304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60620" y="1691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6062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6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4231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498848" y="2834640"/>
            <a:ext cx="15636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affected component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72200" y="2606040"/>
            <a:ext cx="137160" cy="0"/>
          </a:xfrm>
          <a:prstGeom prst="line">
            <a:avLst/>
          </a:prstGeom>
          <a:noFill/>
          <a:ln w="25400">
            <a:solidFill>
              <a:srgbClr val="3B4E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09360" y="146304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E8EC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80860" y="1691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88086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6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24231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Path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419088" y="2834640"/>
            <a:ext cx="15636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Locates an alternate route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92440" y="2606040"/>
            <a:ext cx="137160" cy="0"/>
          </a:xfrm>
          <a:prstGeom prst="line">
            <a:avLst/>
          </a:prstGeom>
          <a:noFill/>
          <a:ln w="25400">
            <a:solidFill>
              <a:srgbClr val="3B4E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229600" y="146304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801100" y="1691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880110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6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24231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8339328" y="2834640"/>
            <a:ext cx="15636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Reroutes traffic automatically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012680" y="2606040"/>
            <a:ext cx="137160" cy="0"/>
          </a:xfrm>
          <a:prstGeom prst="line">
            <a:avLst/>
          </a:prstGeom>
          <a:noFill/>
          <a:ln w="25400">
            <a:solidFill>
              <a:srgbClr val="3B4E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149840" y="146304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E8EC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721340" y="1691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1072134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96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0" y="24231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10259568" y="2834640"/>
            <a:ext cx="15636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recovery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41148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82296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" y="45720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link between B and C fails, the system detects it, finds the alternate path A → B → D → C, and reroutes traffic automatically — then verifies C is reachable again.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023360" y="5806440"/>
            <a:ext cx="4114800" cy="502920"/>
          </a:xfrm>
          <a:prstGeom prst="roundRect">
            <a:avLst>
              <a:gd name="adj" fmla="val 50909"/>
            </a:avLst>
          </a:prstGeom>
          <a:solidFill>
            <a:srgbClr val="F4F6FB"/>
          </a:solidFill>
          <a:ln w="12700">
            <a:solidFill>
              <a:srgbClr val="3B4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4023360" y="58064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Continuous Monitoring Loop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Detective &amp; Self-Healing Network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828800" y="1371600"/>
            <a:ext cx="0" cy="493776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746504" y="1463040"/>
            <a:ext cx="164592" cy="16459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82880" y="1325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B4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28016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Gathering &amp; Literature Survey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746504" y="2130552"/>
            <a:ext cx="164592" cy="16459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82880" y="199339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B4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194767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746504" y="2798064"/>
            <a:ext cx="164592" cy="16459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82880" y="266090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B4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2615184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Module Development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1746504" y="3465576"/>
            <a:ext cx="164592" cy="16459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82880" y="332841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B4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7–8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3282696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 &amp; Diagnosis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746504" y="4133088"/>
            <a:ext cx="164592" cy="16459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82880" y="39959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B4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9–10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148840" y="3950208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Path-Finding &amp; Self-Healing Logic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1746504" y="4800600"/>
            <a:ext cx="164592" cy="16459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182880" y="4663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B4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148840" y="461772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Testing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1746504" y="5468112"/>
            <a:ext cx="164592" cy="16459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182880" y="533095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B4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2148840" y="5285232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Verification, Documentation &amp; Presentation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Detective &amp; Self-Healing Network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 Responsibilities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4389120"/>
          </a:xfrm>
          <a:prstGeom prst="roundRect">
            <a:avLst>
              <a:gd name="adj" fmla="val 2564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965960" y="17830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96596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24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Sai Likith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24BCI0174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6616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monitoring module — device/link polling, ICMP reachability &amp; latency checks.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66160" cy="4389120"/>
          </a:xfrm>
          <a:prstGeom prst="roundRect">
            <a:avLst>
              <a:gd name="adj" fmla="val 2564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15000" y="17830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71500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24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Naveen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24BCE0512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56616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 &amp; diagnosis engine; alternate path-finding and routing logic.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1463040"/>
            <a:ext cx="3566160" cy="4389120"/>
          </a:xfrm>
          <a:prstGeom prst="roundRect">
            <a:avLst>
              <a:gd name="adj" fmla="val 2564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464040" y="17830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46404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24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Nayan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24BCE0538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356616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module, recovery verification, integration testing, documentation &amp; presentation.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Detective &amp; Self-Healing Network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1280160" cy="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194560" y="731520"/>
            <a:ext cx="457200" cy="128016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651760" y="2011680"/>
            <a:ext cx="0" cy="36576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63040" y="2377440"/>
            <a:ext cx="0" cy="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57200" cy="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097280"/>
            <a:ext cx="1737360" cy="914400"/>
          </a:xfrm>
          <a:prstGeom prst="line">
            <a:avLst/>
          </a:prstGeom>
          <a:noFill/>
          <a:ln w="12700">
            <a:solidFill>
              <a:srgbClr val="CADC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105156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48840" y="68580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06040" y="196596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417320" y="233172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" y="196596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31520" y="27432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749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Detective &amp; Self-Healing Network  —  Computer Networks Project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251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Sai Likith  •  B. Naveen  •  M. Nayan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969</Words>
  <Application>Microsoft Macintosh PowerPoint</Application>
  <PresentationFormat>Widescreen</PresentationFormat>
  <Paragraphs>242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Boddepalli Naveen</cp:lastModifiedBy>
  <cp:revision>2</cp:revision>
  <dcterms:created xsi:type="dcterms:W3CDTF">2026-09-11T15:47:25Z</dcterms:created>
  <dcterms:modified xsi:type="dcterms:W3CDTF">2026-09-11T15:49:36Z</dcterms:modified>
</cp:coreProperties>
</file>